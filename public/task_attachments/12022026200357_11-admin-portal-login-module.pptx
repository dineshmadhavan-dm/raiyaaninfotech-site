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64" r:id="rId5"/>
    <p:sldId id="260" r:id="rId6"/>
    <p:sldId id="265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CB1B-115E-BB28-9F7F-D26A5C7F0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C0340-CFBB-710D-639B-63FD135D7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F0638-3769-4505-98B5-6E4205DA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C9A17-266D-92F3-E5CD-DFC7EC1CA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6A9DB-1847-D581-E862-7A603F74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36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24114-0E4F-62DF-D77E-B9781D9C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A77A1-AB6D-DA01-3631-AED9EE391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90B5A-F1FD-EADD-8B3B-5AC432517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23C83-2AA1-5712-5F96-B0D3878A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F4D6E-3C48-ED38-577F-CBD8CC14E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9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0DC06-BBC9-1317-2C52-07706DB9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FF5F-D2B9-040F-0F34-12CCEB3DF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0B69E-B6EA-2F69-FDF0-41D1D5356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5A8BD-176D-1385-D3FD-DFD749E57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84DAE-82DC-BF7E-FA51-42A9AC1C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933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98EF3-9B03-7C7F-F62C-8862B4FA1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5C1C4-3507-C6BF-5028-87D374EBA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83B35-37C0-A2CD-6684-F0E8DA8E2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21E91-D972-FB30-EFEA-599A58400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E04BB-E6EE-1CEB-ACF9-66EF672FD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E1793-41C6-74F9-08C4-34830A1FE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404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3B9A-0983-1606-F6E3-EB510DC4D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4AEE7C-F2AE-D087-02CB-E5EEDBC9D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35D5A-9DD6-D0D4-D91F-22A8B8738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4D05-2765-6AFB-B82E-E11D3DE7B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AD8484-DA97-A04C-B2EE-C206EB44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2261EE-FAC6-B05B-7F8F-0BACA5717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D15DD5-8C2B-E7D5-F639-45AFC8E9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FBF1E3-24D0-E905-D197-530EC407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23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922BC-7D0A-7E71-79CB-05C70258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576ED-8C98-892C-5949-69615E8F1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4E536-73FC-D042-BCF3-C7BEF0195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45EB1-3AF0-E931-E7A2-2D1404404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86E4E1-2A3F-652D-56BC-A59A19905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7FE76-F439-EC70-5767-259B4CABE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DCA69-C5DF-A0F1-D9DD-C7D43D33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28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3F71-A5AB-70C3-B7EA-F55FC5A9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03451-ECCB-0210-2E5A-F9683F70A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BE7CD-D2C9-B4A5-4BCC-524928934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35DE4-2730-3CA6-685A-F153720B1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66DBE-9C21-EAD1-B9E9-08B661495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17170B-B83E-A6B5-9955-781257B7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955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8F4A-4A4B-36EB-4C00-E87E06117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B84C49-46FC-9EF6-3FBF-5EA2EBE2EA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BB81B-E5C3-7F5F-B1B9-6C05B4C3A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DD39F-B85C-34C6-A61F-4B34BE10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21908-71D8-F5BD-A480-53E83E17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C195A-F2DE-7EED-69C2-906C8BF9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569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33C7-6A4A-57E9-576F-E01D8C42C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F5F9A-649C-B25F-B37E-25A2BA174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2E51C-E4E4-6E90-E879-9C77B856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39E41-280F-32E9-AC8B-42462F66B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5C47D-79BC-BE6B-8927-3AFD3E9C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0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D99404-1C1E-0A2D-D31E-26659E419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F1282A-B2D5-C20C-B795-C715A49E8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6A5EE-7B92-58CD-88C6-C209C612D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8DE4-5960-29E8-0DD9-7FB573AE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13E3B-5F35-01ED-D7E1-08A951B1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99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736073-6671-7528-8520-4AED82A2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D8E8A-46AD-627A-54F8-9D1E8C1DC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C96A8-8350-6018-07A4-E096C088B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E88BC-D446-4145-9310-4B9D5F873AC3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AA55E-B7E5-AD6D-7D0E-2D815BB440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3B80C-C8DD-48E3-F549-3DBE59AFF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5B709-B6AF-40B8-8EDC-80B1313E98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169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1502F-6A57-EE5E-EC72-F20355064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59FE50-F109-98B2-8038-61FBF994A462}"/>
              </a:ext>
            </a:extLst>
          </p:cNvPr>
          <p:cNvSpPr txBox="1"/>
          <p:nvPr/>
        </p:nvSpPr>
        <p:spPr>
          <a:xfrm>
            <a:off x="0" y="295250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/>
              <a:t>123 </a:t>
            </a:r>
            <a:r>
              <a:rPr lang="en-IN" sz="4000" dirty="0" err="1"/>
              <a:t>Propertyhub</a:t>
            </a:r>
            <a:r>
              <a:rPr lang="en-IN" sz="4000" dirty="0"/>
              <a:t> Login page UI</a:t>
            </a:r>
          </a:p>
        </p:txBody>
      </p:sp>
    </p:spTree>
    <p:extLst>
      <p:ext uri="{BB962C8B-B14F-4D97-AF65-F5344CB8AC3E}">
        <p14:creationId xmlns:p14="http://schemas.microsoft.com/office/powerpoint/2010/main" val="2620098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E2EFD3-8F18-1864-9983-3569FE499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200"/>
            <a:ext cx="12192000" cy="619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8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C5BBD-6785-8895-5CB8-ACED78D53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AD3A25-45D2-2B64-3474-AC1AB98D2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342" y="0"/>
            <a:ext cx="46853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5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FD4C-31CD-1CBA-477E-BED5DB2C9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4AAF1D-F957-C064-77C6-278A5C7FED06}"/>
              </a:ext>
            </a:extLst>
          </p:cNvPr>
          <p:cNvSpPr txBox="1"/>
          <p:nvPr/>
        </p:nvSpPr>
        <p:spPr>
          <a:xfrm>
            <a:off x="0" y="2952504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/>
              <a:t>123 </a:t>
            </a:r>
            <a:r>
              <a:rPr lang="en-IN" sz="4000" dirty="0" err="1"/>
              <a:t>Propertyhub</a:t>
            </a:r>
            <a:r>
              <a:rPr lang="en-IN" sz="4000" dirty="0"/>
              <a:t> Forgot password page UI</a:t>
            </a:r>
          </a:p>
          <a:p>
            <a:pPr algn="ctr"/>
            <a:r>
              <a:rPr lang="en-IN" sz="2000" i="1" dirty="0">
                <a:solidFill>
                  <a:srgbClr val="FF0000"/>
                </a:solidFill>
              </a:rPr>
              <a:t>Functional will do later</a:t>
            </a:r>
          </a:p>
        </p:txBody>
      </p:sp>
    </p:spTree>
    <p:extLst>
      <p:ext uri="{BB962C8B-B14F-4D97-AF65-F5344CB8AC3E}">
        <p14:creationId xmlns:p14="http://schemas.microsoft.com/office/powerpoint/2010/main" val="2867813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F3234-BAD4-3857-F4A4-12B4ED73C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DA9C9F-A9FF-CB73-81F5-48E49EB8C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121920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27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9CCE2-556D-7F48-CD34-84B6240CE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B8C47F-771C-2F8E-A1B0-5524B618CF94}"/>
              </a:ext>
            </a:extLst>
          </p:cNvPr>
          <p:cNvSpPr txBox="1"/>
          <p:nvPr/>
        </p:nvSpPr>
        <p:spPr>
          <a:xfrm>
            <a:off x="0" y="295250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/>
              <a:t>123 </a:t>
            </a:r>
            <a:r>
              <a:rPr lang="en-IN" sz="4000" dirty="0" err="1"/>
              <a:t>Propertyhub</a:t>
            </a:r>
            <a:r>
              <a:rPr lang="en-IN" sz="4000" dirty="0"/>
              <a:t> – Admin Portal</a:t>
            </a:r>
          </a:p>
        </p:txBody>
      </p:sp>
    </p:spTree>
    <p:extLst>
      <p:ext uri="{BB962C8B-B14F-4D97-AF65-F5344CB8AC3E}">
        <p14:creationId xmlns:p14="http://schemas.microsoft.com/office/powerpoint/2010/main" val="3558307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637C-4B2F-7B5B-2576-2D0124E96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158E69-E1B9-1F52-1765-48621FDD4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725"/>
            <a:ext cx="12192000" cy="617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64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69436-2844-56D1-4F87-486BACC01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CD7E9A-8539-ED36-AE07-1453B0DE0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192" y="0"/>
            <a:ext cx="75156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20</Words>
  <Application>Microsoft Office PowerPoint</Application>
  <PresentationFormat>Widescreen</PresentationFormat>
  <Paragraphs>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G.S Ismail</dc:creator>
  <cp:lastModifiedBy>G.S Ismail</cp:lastModifiedBy>
  <cp:revision>1</cp:revision>
  <dcterms:created xsi:type="dcterms:W3CDTF">2026-02-12T18:54:59Z</dcterms:created>
  <dcterms:modified xsi:type="dcterms:W3CDTF">2026-02-12T20:02:55Z</dcterms:modified>
</cp:coreProperties>
</file>